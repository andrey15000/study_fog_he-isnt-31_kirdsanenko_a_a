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7184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42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330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44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885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62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58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629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790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604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2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0557335-DA9F-410D-95BF-2C69C7221FF1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1279BA1D-2F9A-4EBA-9225-B0A0A63D70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521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180DD-26BE-9C38-7360-8B204F5D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973" y="1239253"/>
            <a:ext cx="7766936" cy="2474699"/>
          </a:xfrm>
        </p:spPr>
        <p:txBody>
          <a:bodyPr/>
          <a:lstStyle/>
          <a:p>
            <a:pPr algn="ctr"/>
            <a:r>
              <a:rPr lang="en-US" sz="3200" dirty="0" err="1" smtClean="0">
                <a:latin typeface="+mn-lt"/>
              </a:rPr>
              <a:t>Dashboars</a:t>
            </a:r>
            <a:r>
              <a:rPr lang="ru-RU" sz="3200" dirty="0" smtClean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для генерального директора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393411-C185-5C58-5CF7-C5790DB10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5478" y="6102397"/>
            <a:ext cx="5454316" cy="1006057"/>
          </a:xfrm>
        </p:spPr>
        <p:txBody>
          <a:bodyPr/>
          <a:lstStyle/>
          <a:p>
            <a:r>
              <a:rPr lang="ru-RU" dirty="0" err="1" smtClean="0"/>
              <a:t>Кирсаненко</a:t>
            </a:r>
            <a:r>
              <a:rPr lang="ru-RU" dirty="0" smtClean="0"/>
              <a:t> А.А ВО </a:t>
            </a:r>
            <a:r>
              <a:rPr lang="ru-RU" dirty="0"/>
              <a:t>ИСИТ-31</a:t>
            </a:r>
          </a:p>
        </p:txBody>
      </p:sp>
    </p:spTree>
    <p:extLst>
      <p:ext uri="{BB962C8B-B14F-4D97-AF65-F5344CB8AC3E}">
        <p14:creationId xmlns:p14="http://schemas.microsoft.com/office/powerpoint/2010/main" val="286732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2C1AF-ABD6-948E-823E-B82D8DC5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C69D80-9B69-7691-05E5-42843C4B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503" y="5601621"/>
            <a:ext cx="8596668" cy="3880773"/>
          </a:xfrm>
        </p:spPr>
        <p:txBody>
          <a:bodyPr/>
          <a:lstStyle/>
          <a:p>
            <a:r>
              <a:rPr lang="ru-RU" dirty="0"/>
              <a:t>Скриншот всей страницы из Power BI (кнопка </a:t>
            </a:r>
            <a:r>
              <a:rPr lang="ru-RU" dirty="0" err="1"/>
              <a:t>PrtSc</a:t>
            </a:r>
            <a:r>
              <a:rPr lang="ru-RU" dirty="0"/>
              <a:t> или </a:t>
            </a:r>
            <a:r>
              <a:rPr lang="ru-RU" dirty="0" err="1"/>
              <a:t>Win+Shift+S</a:t>
            </a:r>
            <a:r>
              <a:rPr lang="ru-RU" dirty="0"/>
              <a:t>)</a:t>
            </a:r>
          </a:p>
          <a:p>
            <a:r>
              <a:rPr lang="ru-RU" dirty="0"/>
              <a:t>Заголовок: «</a:t>
            </a:r>
            <a:r>
              <a:rPr lang="ru-RU" dirty="0" err="1"/>
              <a:t>Дашборд</a:t>
            </a:r>
            <a:r>
              <a:rPr lang="ru-RU" dirty="0"/>
              <a:t> генерального директора»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A1E364-FF5B-6096-BFD5-A57340ECF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43" y="584420"/>
            <a:ext cx="9638522" cy="489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3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E9BEF-D9B6-7B6C-0F46-740EB1A0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6" y="112004"/>
            <a:ext cx="8596668" cy="781071"/>
          </a:xfrm>
        </p:spPr>
        <p:txBody>
          <a:bodyPr/>
          <a:lstStyle/>
          <a:p>
            <a:r>
              <a:rPr lang="ru-RU" dirty="0" smtClean="0"/>
              <a:t>Показатели </a:t>
            </a:r>
            <a:r>
              <a:rPr lang="en-US" dirty="0" smtClean="0"/>
              <a:t>KPI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1BFD66-45CF-A289-2C53-D4BC1CD83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96" y="5685841"/>
            <a:ext cx="10783006" cy="3880773"/>
          </a:xfrm>
        </p:spPr>
        <p:txBody>
          <a:bodyPr>
            <a:normAutofit/>
          </a:bodyPr>
          <a:lstStyle/>
          <a:p>
            <a:r>
              <a:rPr lang="ru-RU" sz="2400" dirty="0"/>
              <a:t>Общая выручка — X </a:t>
            </a:r>
            <a:r>
              <a:rPr lang="ru-RU" sz="2400" dirty="0" smtClean="0"/>
              <a:t> млн</a:t>
            </a:r>
            <a:r>
              <a:rPr lang="ru-RU" sz="2400" dirty="0"/>
              <a:t>, прибыль — Y млн, рентабельность — Z%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7DA9FF-EDA0-34FC-7700-FF5A9E822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6" y="1724800"/>
            <a:ext cx="8434137" cy="178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7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8092E-4D38-99BF-D10A-967489ADF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229" y="149087"/>
            <a:ext cx="9692640" cy="607957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Тренды и </a:t>
            </a:r>
            <a:r>
              <a:rPr lang="ru-RU" dirty="0" smtClean="0"/>
              <a:t>лидеры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509EE7-8644-45FF-991D-7558455AF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682" y="5138529"/>
            <a:ext cx="9669824" cy="1530627"/>
          </a:xfrm>
        </p:spPr>
        <p:txBody>
          <a:bodyPr>
            <a:normAutofit/>
          </a:bodyPr>
          <a:lstStyle/>
          <a:p>
            <a:r>
              <a:rPr lang="ru-RU" b="1" dirty="0" smtClean="0"/>
              <a:t>Согласно данным в</a:t>
            </a:r>
            <a:r>
              <a:rPr lang="ru-RU" b="1" dirty="0" smtClean="0"/>
              <a:t>ыручка </a:t>
            </a:r>
            <a:r>
              <a:rPr lang="ru-RU" b="1" dirty="0"/>
              <a:t>растёт с 2020 по </a:t>
            </a:r>
            <a:r>
              <a:rPr lang="ru-RU" b="1" dirty="0" smtClean="0"/>
              <a:t>2022 год. </a:t>
            </a:r>
          </a:p>
          <a:p>
            <a:r>
              <a:rPr lang="ru-RU" b="1" dirty="0" smtClean="0"/>
              <a:t>Топ-продукт </a:t>
            </a:r>
            <a:r>
              <a:rPr lang="ru-RU" b="1" dirty="0"/>
              <a:t>— Product A. </a:t>
            </a:r>
            <a:endParaRPr lang="ru-RU" b="1" dirty="0" smtClean="0"/>
          </a:p>
          <a:p>
            <a:r>
              <a:rPr lang="ru-RU" b="1" dirty="0" err="1" smtClean="0"/>
              <a:t>Product</a:t>
            </a:r>
            <a:r>
              <a:rPr lang="ru-RU" b="1" dirty="0" smtClean="0"/>
              <a:t> </a:t>
            </a:r>
            <a:r>
              <a:rPr lang="ru-RU" b="1" dirty="0"/>
              <a:t>E </a:t>
            </a:r>
            <a:r>
              <a:rPr lang="ru-RU" b="1" dirty="0" err="1" smtClean="0"/>
              <a:t>ябляется</a:t>
            </a:r>
            <a:r>
              <a:rPr lang="ru-RU" b="1" dirty="0" smtClean="0"/>
              <a:t> </a:t>
            </a:r>
            <a:r>
              <a:rPr lang="ru-RU" b="1" dirty="0" err="1" smtClean="0"/>
              <a:t>убыточеным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9135BC-551A-F7E2-3F90-F42DA5413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25" y="1246790"/>
            <a:ext cx="9718997" cy="36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8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F28D9-E11A-A286-A399-10A98682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82" y="437322"/>
            <a:ext cx="8596668" cy="492364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6636E2-F04D-04D2-1283-C7D356DA4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976" y="2349540"/>
            <a:ext cx="10787581" cy="1775199"/>
          </a:xfrm>
        </p:spPr>
        <p:txBody>
          <a:bodyPr>
            <a:normAutofit/>
          </a:bodyPr>
          <a:lstStyle/>
          <a:p>
            <a:r>
              <a:rPr lang="ru-RU" sz="2800" dirty="0" smtClean="0"/>
              <a:t>   </a:t>
            </a:r>
            <a:r>
              <a:rPr lang="en-US" sz="2800" dirty="0" err="1" smtClean="0"/>
              <a:t>DashboaRD</a:t>
            </a:r>
            <a:r>
              <a:rPr lang="ru-RU" sz="2800" dirty="0" smtClean="0"/>
              <a:t> </a:t>
            </a:r>
            <a:r>
              <a:rPr lang="ru-RU" sz="2800" dirty="0"/>
              <a:t>позволяет генеральному директору за 1 минуту оценить общую картину бизнеса, увидеть тренды и </a:t>
            </a:r>
            <a:r>
              <a:rPr lang="ru-RU" sz="2800" dirty="0" smtClean="0"/>
              <a:t>принимать бизнес решения </a:t>
            </a:r>
            <a:r>
              <a:rPr lang="ru-RU" sz="2800" dirty="0"/>
              <a:t>по убыточным </a:t>
            </a:r>
            <a:r>
              <a:rPr lang="ru-RU" sz="2800" dirty="0" smtClean="0"/>
              <a:t>направлениям, для дальнейшей оптимизации.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0382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14</TotalTime>
  <Words>94</Words>
  <Application>Microsoft Office PowerPoint</Application>
  <PresentationFormat>Широкоэкранный</PresentationFormat>
  <Paragraphs>12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Century Schoolbook</vt:lpstr>
      <vt:lpstr>Wingdings 2</vt:lpstr>
      <vt:lpstr>View</vt:lpstr>
      <vt:lpstr>Dashboars для генерального директора</vt:lpstr>
      <vt:lpstr>Презентация PowerPoint</vt:lpstr>
      <vt:lpstr>Показатели KPI</vt:lpstr>
      <vt:lpstr>Тренды и лидеры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Dashboars для генерального директора</dc:title>
  <dc:creator>Artem</dc:creator>
  <cp:lastModifiedBy>Owner</cp:lastModifiedBy>
  <cp:revision>4</cp:revision>
  <dcterms:created xsi:type="dcterms:W3CDTF">2026-05-12T19:18:39Z</dcterms:created>
  <dcterms:modified xsi:type="dcterms:W3CDTF">2026-05-13T12:45:48Z</dcterms:modified>
</cp:coreProperties>
</file>